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Nunito"/>
      <p:regular r:id="rId15"/>
      <p:bold r:id="rId16"/>
      <p:italic r:id="rId17"/>
      <p:boldItalic r:id="rId18"/>
    </p:embeddedFont>
    <p:embeddedFont>
      <p:font typeface="Maven Pro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venPr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regular.fntdata"/><Relationship Id="rId14" Type="http://schemas.openxmlformats.org/officeDocument/2006/relationships/slide" Target="slides/slide9.xml"/><Relationship Id="rId17" Type="http://schemas.openxmlformats.org/officeDocument/2006/relationships/font" Target="fonts/Nunito-italic.fntdata"/><Relationship Id="rId16" Type="http://schemas.openxmlformats.org/officeDocument/2006/relationships/font" Target="fonts/Nuni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avenPro-regular.fntdata"/><Relationship Id="rId6" Type="http://schemas.openxmlformats.org/officeDocument/2006/relationships/slide" Target="slides/slide1.xml"/><Relationship Id="rId18" Type="http://schemas.openxmlformats.org/officeDocument/2006/relationships/font" Target="fonts/Nuni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d93ef0fafb_0_8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d93ef0fafb_0_8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d93ef0fafb_0_8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d93ef0fafb_0_8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d93ef0fafb_0_8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d93ef0fafb_0_8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d93ef0fafb_0_8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d93ef0fafb_0_8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d93ef0fafb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d93ef0fafb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d93ef0fafb_0_8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d93ef0fafb_0_8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d93ef0fafb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d93ef0fafb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d93ef0fafb_0_8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d93ef0fafb_0_8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118150" y="581975"/>
            <a:ext cx="5624100" cy="183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Создание мобильного приложения Fortnite-Shop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316500" y="4029525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Гаев К.Р.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ctrTitle"/>
          </p:nvPr>
        </p:nvSpPr>
        <p:spPr>
          <a:xfrm>
            <a:off x="214550" y="503200"/>
            <a:ext cx="5474400" cy="150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Уникальность приложения</a:t>
            </a:r>
            <a:endParaRPr sz="3000"/>
          </a:p>
        </p:txBody>
      </p:sp>
      <p:sp>
        <p:nvSpPr>
          <p:cNvPr id="284" name="Google Shape;284;p14"/>
          <p:cNvSpPr txBox="1"/>
          <p:nvPr>
            <p:ph idx="1" type="subTitle"/>
          </p:nvPr>
        </p:nvSpPr>
        <p:spPr>
          <a:xfrm>
            <a:off x="316500" y="2131200"/>
            <a:ext cx="4255500" cy="16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/>
              <a:t>Не нужно тратить много времени для просмотра айтемов в интернете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/>
              <a:t>Удобное меню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/>
              <a:t>Цены на уникальные предметы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ctrTitle"/>
          </p:nvPr>
        </p:nvSpPr>
        <p:spPr>
          <a:xfrm>
            <a:off x="1170575" y="392938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Стек:</a:t>
            </a:r>
            <a:endParaRPr/>
          </a:p>
        </p:txBody>
      </p:sp>
      <p:sp>
        <p:nvSpPr>
          <p:cNvPr id="290" name="Google Shape;290;p15"/>
          <p:cNvSpPr txBox="1"/>
          <p:nvPr>
            <p:ph idx="1" type="subTitle"/>
          </p:nvPr>
        </p:nvSpPr>
        <p:spPr>
          <a:xfrm>
            <a:off x="619225" y="2181850"/>
            <a:ext cx="4255500" cy="12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/>
              <a:t>javascript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/>
              <a:t>react</a:t>
            </a:r>
            <a:r>
              <a:rPr lang="ru"/>
              <a:t> 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ru"/>
              <a:t>firebase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>
            <p:ph type="ctrTitle"/>
          </p:nvPr>
        </p:nvSpPr>
        <p:spPr>
          <a:xfrm>
            <a:off x="721625" y="45376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База данных </a:t>
            </a:r>
            <a:endParaRPr/>
          </a:p>
        </p:txBody>
      </p:sp>
      <p:sp>
        <p:nvSpPr>
          <p:cNvPr id="296" name="Google Shape;296;p16"/>
          <p:cNvSpPr txBox="1"/>
          <p:nvPr>
            <p:ph idx="1" type="subTitle"/>
          </p:nvPr>
        </p:nvSpPr>
        <p:spPr>
          <a:xfrm>
            <a:off x="784650" y="2430525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firebase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17" title="Screenshot_1777074886.png"/>
          <p:cNvPicPr preferRelativeResize="0"/>
          <p:nvPr/>
        </p:nvPicPr>
        <p:blipFill rotWithShape="1">
          <a:blip r:embed="rId3">
            <a:alphaModFix/>
          </a:blip>
          <a:srcRect b="2347" l="0" r="0" t="5614"/>
          <a:stretch/>
        </p:blipFill>
        <p:spPr>
          <a:xfrm>
            <a:off x="1339050" y="0"/>
            <a:ext cx="3232950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17" title="1.png"/>
          <p:cNvPicPr preferRelativeResize="0"/>
          <p:nvPr/>
        </p:nvPicPr>
        <p:blipFill rotWithShape="1">
          <a:blip r:embed="rId4">
            <a:alphaModFix/>
          </a:blip>
          <a:srcRect b="0" l="2068" r="2174" t="0"/>
          <a:stretch/>
        </p:blipFill>
        <p:spPr>
          <a:xfrm>
            <a:off x="5033250" y="128775"/>
            <a:ext cx="4009251" cy="24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7"/>
          <p:cNvSpPr txBox="1"/>
          <p:nvPr/>
        </p:nvSpPr>
        <p:spPr>
          <a:xfrm>
            <a:off x="4812675" y="3733575"/>
            <a:ext cx="40644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latin typeface="Nunito"/>
                <a:ea typeface="Nunito"/>
                <a:cs typeface="Nunito"/>
                <a:sym typeface="Nunito"/>
              </a:rPr>
              <a:t>Извините, что нету фотографий, кодик чуть чуть ругался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18" title="Screenshot_1777075195.png"/>
          <p:cNvPicPr preferRelativeResize="0"/>
          <p:nvPr/>
        </p:nvPicPr>
        <p:blipFill rotWithShape="1">
          <a:blip r:embed="rId3">
            <a:alphaModFix/>
          </a:blip>
          <a:srcRect b="2548" l="0" r="0" t="5801"/>
          <a:stretch/>
        </p:blipFill>
        <p:spPr>
          <a:xfrm>
            <a:off x="136650" y="165425"/>
            <a:ext cx="2168899" cy="4434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18" title="Screenshot_1777075224.png"/>
          <p:cNvPicPr preferRelativeResize="0"/>
          <p:nvPr/>
        </p:nvPicPr>
        <p:blipFill rotWithShape="1">
          <a:blip r:embed="rId4">
            <a:alphaModFix/>
          </a:blip>
          <a:srcRect b="2383" l="0" r="0" t="5966"/>
          <a:stretch/>
        </p:blipFill>
        <p:spPr>
          <a:xfrm>
            <a:off x="2403100" y="165425"/>
            <a:ext cx="2168899" cy="4434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18" title="Screenshot_1777075244.png"/>
          <p:cNvPicPr preferRelativeResize="0"/>
          <p:nvPr/>
        </p:nvPicPr>
        <p:blipFill rotWithShape="1">
          <a:blip r:embed="rId5">
            <a:alphaModFix/>
          </a:blip>
          <a:srcRect b="2713" l="0" r="0" t="5645"/>
          <a:stretch/>
        </p:blipFill>
        <p:spPr>
          <a:xfrm>
            <a:off x="4669550" y="165425"/>
            <a:ext cx="2168899" cy="4434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18" title="Screenshot_1777075269.png"/>
          <p:cNvPicPr preferRelativeResize="0"/>
          <p:nvPr/>
        </p:nvPicPr>
        <p:blipFill rotWithShape="1">
          <a:blip r:embed="rId6">
            <a:alphaModFix/>
          </a:blip>
          <a:srcRect b="2645" l="0" r="0" t="4883"/>
          <a:stretch/>
        </p:blipFill>
        <p:spPr>
          <a:xfrm>
            <a:off x="6990850" y="165425"/>
            <a:ext cx="2000749" cy="4434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9"/>
          <p:cNvSpPr txBox="1"/>
          <p:nvPr>
            <p:ph type="ctrTitle"/>
          </p:nvPr>
        </p:nvSpPr>
        <p:spPr>
          <a:xfrm>
            <a:off x="697975" y="219638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Заключение</a:t>
            </a:r>
            <a:endParaRPr/>
          </a:p>
        </p:txBody>
      </p:sp>
      <p:sp>
        <p:nvSpPr>
          <p:cNvPr id="317" name="Google Shape;317;p19"/>
          <p:cNvSpPr txBox="1"/>
          <p:nvPr>
            <p:ph idx="1" type="subTitle"/>
          </p:nvPr>
        </p:nvSpPr>
        <p:spPr>
          <a:xfrm>
            <a:off x="548325" y="2630825"/>
            <a:ext cx="4255500" cy="12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 заключении хотел бы сказать, что это приложение максимально уникальное, так как я такого не видел, но если я не видел ,то это не значит, что такого нет. Делать данное “некое приложение” доставило мне удовольствие, особенно подключение firebase.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0"/>
          <p:cNvSpPr txBox="1"/>
          <p:nvPr>
            <p:ph type="ctrTitle"/>
          </p:nvPr>
        </p:nvSpPr>
        <p:spPr>
          <a:xfrm>
            <a:off x="445950" y="219650"/>
            <a:ext cx="51543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</a:t>
            </a:r>
            <a:endParaRPr/>
          </a:p>
        </p:txBody>
      </p:sp>
      <p:pic>
        <p:nvPicPr>
          <p:cNvPr id="323" name="Google Shape;323;p20" title="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575" y="1985025"/>
            <a:ext cx="5219525" cy="262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1"/>
          <p:cNvSpPr txBox="1"/>
          <p:nvPr/>
        </p:nvSpPr>
        <p:spPr>
          <a:xfrm>
            <a:off x="2426050" y="267775"/>
            <a:ext cx="5080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Ссылка на гит, qr</a:t>
            </a:r>
            <a:endParaRPr sz="30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9" name="Google Shape;329;p21"/>
          <p:cNvSpPr txBox="1"/>
          <p:nvPr/>
        </p:nvSpPr>
        <p:spPr>
          <a:xfrm>
            <a:off x="2426050" y="1008250"/>
            <a:ext cx="554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https://github.com/Kolpakch0k/FortniteShop</a:t>
            </a:r>
            <a:endParaRPr/>
          </a:p>
        </p:txBody>
      </p:sp>
      <p:pic>
        <p:nvPicPr>
          <p:cNvPr id="330" name="Google Shape;330;p21" title="c3ba8399b9738a71e8761955d2df090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8825" y="1408450"/>
            <a:ext cx="3430249" cy="3430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